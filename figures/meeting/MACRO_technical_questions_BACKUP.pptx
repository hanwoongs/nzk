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7" r:id="rId4"/>
    <p:sldId id="258" r:id="rId5"/>
    <p:sldId id="266" r:id="rId6"/>
    <p:sldId id="259" r:id="rId7"/>
    <p:sldId id="260" r:id="rId8"/>
    <p:sldId id="268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/>
    <p:restoredTop sz="79277"/>
  </p:normalViewPr>
  <p:slideViewPr>
    <p:cSldViewPr snapToGrid="0" snapToObjects="1">
      <p:cViewPr>
        <p:scale>
          <a:sx n="183" d="100"/>
          <a:sy n="183" d="100"/>
        </p:scale>
        <p:origin x="2240" y="0"/>
      </p:cViewPr>
      <p:guideLst>
        <p:guide orient="horz" pos="2160"/>
        <p:guide pos="2880"/>
      </p:guideLst>
    </p:cSldViewPr>
  </p:slideViewPr>
  <p:notesTextViewPr>
    <p:cViewPr>
      <p:scale>
        <a:sx n="240" d="100"/>
        <a:sy n="2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466E4-EB96-4C42-9D6C-1D0FD1044612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DD29B-16C2-0541-863F-EF6211F8C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2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We capped each province at 6 GW per five-year period. The national total came out at 6 GW per year. Same number, but one is a per-province input and the other is a national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9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Nuclear is held at a fixed 85% in every hour of every year — </a:t>
            </a:r>
            <a:r>
              <a:rPr lang="en-US" dirty="0" err="1"/>
              <a:t>MustRun</a:t>
            </a:r>
            <a:r>
              <a:rPr lang="en-US" dirty="0"/>
              <a:t> makes it an equality, not a floor. It can't move when solar floods the grid, so the model curtails 51 terawatt-hours and the carbon price goes to several thousand dollars. Korea actually curtails nuclear today and KHNP is targeting a 50% minimum by the 2030s, so we're modelling it as less flexible than it already is. We'll replace </a:t>
            </a:r>
            <a:r>
              <a:rPr lang="en-US" dirty="0" err="1"/>
              <a:t>MustRun</a:t>
            </a:r>
            <a:r>
              <a:rPr lang="en-US" dirty="0"/>
              <a:t> with a declining minimum-output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2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057400"/>
            <a:ext cx="2011680" cy="52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C2A3A"/>
                </a:solidFill>
                <a:latin typeface="Calibri"/>
              </a:rPr>
              <a:t>MACRO-Korea: open technical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7A8C"/>
                </a:solidFill>
                <a:latin typeface="Calibri"/>
              </a:rPr>
              <a:t>Provincial power-sector model · 17 provinces · 8,760 chronological hours · 2021–2050 myopic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7475-9997-8A75-F5E9-A2914F4F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0E74F-C2B0-B3E6-7188-443427D11EDF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BB4F4-AD23-8097-462F-C48BEA3290EA}"/>
              </a:ext>
            </a:extLst>
          </p:cNvPr>
          <p:cNvSpPr txBox="1"/>
          <p:nvPr/>
        </p:nvSpPr>
        <p:spPr>
          <a:xfrm>
            <a:off x="548640" y="418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1" dirty="0">
                <a:solidFill>
                  <a:srgbClr val="1C2A3A"/>
                </a:solidFill>
                <a:latin typeface="Calibri"/>
              </a:rPr>
              <a:t>Agenda</a:t>
            </a:r>
            <a:endParaRPr sz="2800" b="1" dirty="0">
              <a:solidFill>
                <a:srgbClr val="1C2A3A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9283B-D5A8-378E-29BD-6405E5C360EE}"/>
              </a:ext>
            </a:extLst>
          </p:cNvPr>
          <p:cNvSpPr txBox="1"/>
          <p:nvPr/>
        </p:nvSpPr>
        <p:spPr>
          <a:xfrm>
            <a:off x="548640" y="1029681"/>
            <a:ext cx="10898810" cy="3071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2021 Calibration issue - after changed the transmission 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Capacity expansion and generation by tech – diagnosis 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Renewable energy expansion rate 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2A3A"/>
                </a:solidFill>
                <a:latin typeface="Calibri"/>
              </a:rPr>
              <a:t>Unit commitment parameter 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2A3A"/>
                </a:solidFill>
                <a:latin typeface="Calibri"/>
              </a:rPr>
              <a:t>Carbon price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2A3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80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Where the model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91640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Complete. 7 periods, 8,760 h, linear-relaxed UC, myopic, Gurobi barrier.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41448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Ref 2.5 h · NDC 4.6 h on 24 cores / 192 GB. ~13.6M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91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Transmission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91256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99.1 GW network from NREL ITLs, calibrated to the KPX metro limit. Expands.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41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Base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94106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C0392B"/>
                </a:solidFill>
                <a:latin typeface="Calibri"/>
              </a:rPr>
              <a:t>NOT calibrated. Coal 300 TWh vs 198 observed; gas 58 vs 167.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90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Staged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90872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D98C1F"/>
                </a:solidFill>
                <a:latin typeface="Calibri"/>
              </a:rPr>
              <a:t>Coal availability 0.65 · nuclear 0.85→0.78 · 2021 gas retirement blocked.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The results you are about to see predate the base-year fix</a:t>
            </a:r>
          </a:p>
        </p:txBody>
      </p:sp>
      <p:pic>
        <p:nvPicPr>
          <p:cNvPr id="5" name="Picture 4" descr="F1_base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51" y="1600200"/>
            <a:ext cx="7936992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Flagged so the known gap is not re-diagnosed. Fixes are staged, not yet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CA2-1C6B-9F6E-C860-9717F660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65915-9BFD-A5A5-4FAA-23490C04AE06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4CDB9-DD19-8F30-52E2-ACBB25BF2A7C}"/>
              </a:ext>
            </a:extLst>
          </p:cNvPr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AF83A7-C38E-74C3-716F-E4B4F56B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29" y="475488"/>
            <a:ext cx="8175399" cy="618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5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1  ·  HIGHEST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MaxNewCapacityConstraint is per-asset, so we cannot cap a national build rate</a:t>
            </a:r>
          </a:p>
        </p:txBody>
      </p:sp>
      <p:pic>
        <p:nvPicPr>
          <p:cNvPr id="5" name="Picture 4" descr="F2_solar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78" y="1342654"/>
            <a:ext cx="9255797" cy="44967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We need ≤ 5 GW/yr nationally. The only lever is 6,000 MW per province per period. Is a grouped MaxNewCapacityConstraint available upstream?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MinFlowConstraint on all five thermal technologies ran us out of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coal + gas CCGT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13.60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all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487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14.05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4553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Added by three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455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≈ 450,000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Outcome at 128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8039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killed — two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622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4622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8C1F"/>
                </a:solidFill>
                <a:latin typeface="Calibri"/>
              </a:rPr>
              <a:t>off for nuclear, coal CCS, gas CCS; mem raised to 192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min_flow_fraction values are still in the CSVs for those three technologies but the constraint is not declared.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Is that row growth expected? Is there a cheaper MinFlow formulation under relaxed UC — and are the undeclared min_flow_fraction values truly inert?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AED64-628A-B7C9-0210-583DD808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C3C29C-188E-42D4-C231-0AD7FB99F425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79CAD-5EA3-0E87-73CB-0774409BBB58}"/>
              </a:ext>
            </a:extLst>
          </p:cNvPr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67B63-1BCC-57D5-6EAD-0481ADC14AC4}"/>
              </a:ext>
            </a:extLst>
          </p:cNvPr>
          <p:cNvSpPr txBox="1"/>
          <p:nvPr/>
        </p:nvSpPr>
        <p:spPr>
          <a:xfrm>
            <a:off x="548640" y="74980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700" b="1" dirty="0">
                <a:solidFill>
                  <a:srgbClr val="1C2A3A"/>
                </a:solidFill>
                <a:latin typeface="Calibri"/>
              </a:rPr>
              <a:t>Nuclear </a:t>
            </a:r>
            <a:endParaRPr sz="2700" b="1" dirty="0">
              <a:solidFill>
                <a:srgbClr val="1C2A3A"/>
              </a:solidFill>
              <a:latin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3A91E8-8DB3-7711-B46D-8C0997F91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3" y="1803190"/>
            <a:ext cx="11604054" cy="430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2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Nuclear is completely rigid, and the carbon price absorbs the consequence</a:t>
            </a:r>
          </a:p>
        </p:txBody>
      </p:sp>
      <p:pic>
        <p:nvPicPr>
          <p:cNvPr id="5" name="Picture 4" descr="F3_nuclear_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11094415" cy="39916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What is the idiomatic way to represent near-baseload nuclear in MACRO? Drop MustRun for a low min_flow_fraction instead?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What we are asking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Grouped MaxNewCapacityConstraint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unblocks every build-rate limit we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C2A3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A cheaper MinFlow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50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or confirmation that 450k rows is simply the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524</Words>
  <Application>Microsoft Macintosh PowerPoint</Application>
  <PresentationFormat>Widescreen</PresentationFormat>
  <Paragraphs>58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Hanwoong Kim</cp:lastModifiedBy>
  <cp:revision>7</cp:revision>
  <dcterms:created xsi:type="dcterms:W3CDTF">2013-01-27T09:14:16Z</dcterms:created>
  <dcterms:modified xsi:type="dcterms:W3CDTF">2026-10-19T19:30:22Z</dcterms:modified>
  <cp:category/>
</cp:coreProperties>
</file>