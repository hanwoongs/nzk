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0"/>
    <p:restoredTop sz="73173"/>
  </p:normalViewPr>
  <p:slideViewPr>
    <p:cSldViewPr snapToGrid="0" snapToObjects="1">
      <p:cViewPr varScale="1">
        <p:scale>
          <a:sx n="161" d="100"/>
          <a:sy n="161" d="100"/>
        </p:scale>
        <p:origin x="3096" y="192"/>
      </p:cViewPr>
      <p:guideLst>
        <p:guide orient="horz" pos="2160"/>
        <p:guide pos="2880"/>
      </p:guideLst>
    </p:cSldViewPr>
  </p:slideViewPr>
  <p:notesTextViewPr>
    <p:cViewPr>
      <p:scale>
        <a:sx n="210" d="100"/>
        <a:sy n="21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A4051-6E0E-134D-AB19-2C5B8FB0505F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B7E4C-73BA-D74C-9D7F-A76947AF3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64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model descriptions.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B7E4C-73BA-D74C-9D7F-A76947AF35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79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B7E4C-73BA-D74C-9D7F-A76947AF35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2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057400"/>
            <a:ext cx="2011680" cy="52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C2A3A"/>
                </a:solidFill>
                <a:latin typeface="Calibri"/>
              </a:rPr>
              <a:t>MACRO-Korea: open technical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7A8C"/>
                </a:solidFill>
                <a:latin typeface="Calibri"/>
              </a:rPr>
              <a:t>Provincial power-sector model · 17 provinces · 8,760 chronological hours · 2021–2050 myopic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Six questions where the answer depends on how MacroEnergy itself works.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Results shown are from 13 October and predate three staged base-year fixes.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A8C"/>
                </a:solidFill>
                <a:latin typeface="Calibri"/>
              </a:rPr>
              <a:t>Hanwoong Kim · Net Zero Korea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Where the model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91640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Complete. 7 periods, 8,760 h, linear-relaxed UC, myopic, Gurobi barrier.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41448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Ref 2.5 h · NDC 4.6 h on 24 cores / 192 GB. ~13.6M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91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Transmission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91256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99.1 GW network from NREL ITLs, calibrated to the KPX metro limit. Expands.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41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Base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941064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C0392B"/>
                </a:solidFill>
                <a:latin typeface="Calibri"/>
              </a:rPr>
              <a:t>NOT calibrated. Coal 300 TWh vs 198 observed; gas 58 vs 167.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90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Staged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690872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 dirty="0">
                <a:solidFill>
                  <a:srgbClr val="D98C1F"/>
                </a:solidFill>
                <a:latin typeface="Calibri"/>
              </a:rPr>
              <a:t>Coal availability 0.65 · nuclear 0.85→0.78 · 2021 gas retirement blocked.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The results you are about to see predate the base-year fix</a:t>
            </a:r>
          </a:p>
        </p:txBody>
      </p:sp>
      <p:pic>
        <p:nvPicPr>
          <p:cNvPr id="5" name="Picture 4" descr="F1_base_year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27351" y="1600200"/>
            <a:ext cx="7936992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Flagged so the known gap is not re-diagnosed. Fixes are staged, not yet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1  ·  HIGHEST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MaxNewCapacityConstraint is per-asset, so we cannot cap a national build rate</a:t>
            </a:r>
          </a:p>
        </p:txBody>
      </p:sp>
      <p:pic>
        <p:nvPicPr>
          <p:cNvPr id="5" name="Picture 4" descr="F2_solar_cap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34162" y="1389888"/>
            <a:ext cx="8277748" cy="46352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Is a grouped / system-wide MaxNewCapacityConstraint available upstream? If not, is user_additions the right place for a custom one?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MinFlowConstraint on all five thermal technologies ran us out of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Rows, MinFlow on coal + gas CCGT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13.60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Rows, MinFlow on all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4871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14.05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45536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Added by three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1455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≈ 450,000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Outcome at 128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80390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killed — two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6227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Current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46227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98C1F"/>
                </a:solidFill>
                <a:latin typeface="Calibri"/>
              </a:rPr>
              <a:t>off for nuclear, coal CCS, gas CCS; mem raised to 192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C"/>
                </a:solidFill>
                <a:latin typeface="Calibri"/>
              </a:rPr>
              <a:t>min_flow_fraction values are still in the CSVs for those three technologies but the constraint is not declared.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Is that row growth expected? Is there a cheaper MinFlow formulation under relaxed UC — and are the undeclared min_flow_fraction values truly inert?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Nuclear is completely rigid, and the carbon price absorbs the consequence</a:t>
            </a:r>
          </a:p>
        </p:txBody>
      </p:sp>
      <p:pic>
        <p:nvPicPr>
          <p:cNvPr id="5" name="Picture 4" descr="F3_nuclear_co2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8640" y="1572768"/>
            <a:ext cx="11094415" cy="39916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What is the idiomatic way to represent near-baseload nuclear in MACRO? Drop MustRun for a low min_flow_fraction instead?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Transmission: signed bidirectional edges, and a transport formulation</a:t>
            </a:r>
          </a:p>
        </p:txBody>
      </p:sp>
      <p:pic>
        <p:nvPicPr>
          <p:cNvPr id="5" name="Picture 4" descr="F4_transmission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1629" y="1572768"/>
            <a:ext cx="10388437" cy="43251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Does MACRO offer DC power flow? To charge a per-MWh cost, should each corridor be split into two unidirectional edges?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QUESTIONS 5 AND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Solution algorithm, and staging a sector that does not exist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C2A3A"/>
                </a:solidFill>
                <a:latin typeface="Calibri"/>
              </a:rPr>
              <a:t>Q5 · Myopic vs perfect foresight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NDC builds 14.9 GW of nuclear in the single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2025–2030 period, with no build-rate limit.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1C2A3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Myopic now: 17–19 min per period,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2.5 h (Ref) and 4.6 h (NDC) end to end.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1C2A3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Is perfect foresight tractable at 8,760 hours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by 7 periods? What does it cost?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C2A3A"/>
                </a:solidFill>
                <a:latin typeface="Calibri"/>
              </a:rPr>
              <a:t>Q6 · Heat demand with no 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17 Steam nodes carry demand but no asset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produces Steam.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1C2A3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76,212 GWh is non-served every period in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every scenario, identically.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1C2A3A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Best practice for staging a sector: drop the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C2A3A"/>
                </a:solidFill>
                <a:latin typeface="Calibri"/>
              </a:rPr>
              <a:t>nodes, or keep them at zero penalty?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09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8C1F"/>
                </a:solidFill>
                <a:latin typeface="Calibri"/>
              </a:rPr>
              <a:t>Heat is the next sector, due November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Q6 matters now: it determines how we wire the heat sector in next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SHORTER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Three things to confirm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2A3A"/>
                </a:solidFill>
                <a:latin typeface="Calibri"/>
              </a:rPr>
              <a:t>HydroRes duration is 475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6712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C"/>
                </a:solidFill>
                <a:latin typeface="Calibri"/>
              </a:rPr>
              <a:t>1,471.8 GWh of storage against 3.1 GW of turbine, fixed in every period. Generates only 0.6 TWh.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C"/>
                </a:solidFill>
                <a:latin typeface="Calibri"/>
              </a:rPr>
              <a:t>Looks inherited from the MacroEnergy example data — can you confirm the provenance?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2A3A"/>
                </a:solidFill>
                <a:latin typeface="Calibri"/>
              </a:rPr>
              <a:t>Battery picks 5.6–5.7 h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01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C"/>
                </a:solidFill>
                <a:latin typeface="Calibri"/>
              </a:rPr>
              <a:t>Given a 2–10 h range, the model settles here in both cases. Plausible, but worth a sanity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2A3A"/>
                </a:solidFill>
                <a:latin typeface="Calibri"/>
              </a:rPr>
              <a:t>Solver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932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C"/>
                </a:solidFill>
                <a:latin typeface="Calibri"/>
              </a:rPr>
              <a:t>Barrier, Method=2, Crossover=0, BarConvTol=1e-3, Threads=22, BarHomogeneous=1,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C"/>
                </a:solidFill>
                <a:latin typeface="Calibri"/>
              </a:rPr>
              <a:t>over 8,760 hours in a single subperiod. Any advice?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What we are asking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Grouped MaxNewCapacityConstraint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unblocks every build-rate limit we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C2A3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059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A cheaper MinFlow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50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or confirmation that 450k rows is simply the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638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0392B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6382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The right construct for near-baseload nuclear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63824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drives the carbon price and the curtailment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C2A3A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77056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Transmission: DC flow, or split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87705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we are using loop-flow ITLs in a transport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90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C2A3A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9028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Is perfect foresight tractable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5902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affects how we read the nuclear build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8C1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035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How to stage an unbuilt sector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303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needed before heat, next 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Priority: 1 and 3. They decide whether the solar and carbon-price results are defensible.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770</Words>
  <Application>Microsoft Macintosh PowerPoint</Application>
  <PresentationFormat>Widescreen</PresentationFormat>
  <Paragraphs>99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Hanwoong Kim</cp:lastModifiedBy>
  <cp:revision>4</cp:revision>
  <dcterms:created xsi:type="dcterms:W3CDTF">2013-01-27T09:14:16Z</dcterms:created>
  <dcterms:modified xsi:type="dcterms:W3CDTF">2026-10-19T18:52:57Z</dcterms:modified>
  <cp:category/>
</cp:coreProperties>
</file>